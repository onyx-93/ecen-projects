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notesMasterIdLst>
    <p:notesMasterId r:id="rId8"/>
  </p:notesMasterIdLst>
  <p:handoutMasterIdLst>
    <p:handoutMasterId r:id="rId9"/>
  </p:handoutMasterIdLst>
  <p:sldIdLst>
    <p:sldId id="295" r:id="rId2"/>
    <p:sldId id="290" r:id="rId3"/>
    <p:sldId id="292" r:id="rId4"/>
    <p:sldId id="294" r:id="rId5"/>
    <p:sldId id="291" r:id="rId6"/>
    <p:sldId id="29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C48"/>
    <a:srgbClr val="2C2D39"/>
    <a:srgbClr val="242630"/>
    <a:srgbClr val="2A1F43"/>
    <a:srgbClr val="0C1B43"/>
    <a:srgbClr val="000000"/>
    <a:srgbClr val="1D2225"/>
    <a:srgbClr val="F8F8F8"/>
    <a:srgbClr val="363C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0551" autoAdjust="0"/>
  </p:normalViewPr>
  <p:slideViewPr>
    <p:cSldViewPr snapToGrid="0" snapToObjects="1">
      <p:cViewPr varScale="1">
        <p:scale>
          <a:sx n="110" d="100"/>
          <a:sy n="110" d="100"/>
        </p:scale>
        <p:origin x="93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6" d="100"/>
          <a:sy n="86" d="100"/>
        </p:scale>
        <p:origin x="2416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43-4F11-8EB5-C43D099933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743-4F11-8EB5-C43D09993355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43-4F11-8EB5-C43D0999335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743-4F11-8EB5-C43D099933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6190280"/>
        <c:axId val="96186752"/>
      </c:barChart>
      <c:catAx>
        <c:axId val="96190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186752"/>
        <c:crosses val="autoZero"/>
        <c:auto val="1"/>
        <c:lblAlgn val="ctr"/>
        <c:lblOffset val="100"/>
        <c:noMultiLvlLbl val="0"/>
      </c:catAx>
      <c:valAx>
        <c:axId val="96186752"/>
        <c:scaling>
          <c:orientation val="minMax"/>
        </c:scaling>
        <c:delete val="0"/>
        <c:axPos val="l"/>
        <c:majorGridlines>
          <c:spPr>
            <a:ln w="3175" cap="flat" cmpd="sng" algn="ctr">
              <a:solidFill>
                <a:schemeClr val="tx2">
                  <a:lumMod val="10000"/>
                  <a:lumOff val="9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190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6855806048060696"/>
          <c:y val="0.93765847864695862"/>
          <c:w val="0.2628837840853252"/>
          <c:h val="6.23415213530412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5A2E05-2C6E-484E-9BB1-366C90717B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043844-B7FE-EC43-89AA-8831B859F9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138B2-18CD-1D41-89B0-ADB5F3BA92A3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AC2EDC-03FB-D147-9BAA-37FCFF988C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8E195D-E935-D746-A5D1-61E2EBF7EF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7D167-9BB5-2048-9DDA-7DF8E5D94D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512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7A355-8776-CB43-838E-ED9EE2F8390B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03FA8-A3F3-7640-B13D-36C73B3E55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178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03FA8-A3F3-7640-B13D-36C73B3E558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124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03FA8-A3F3-7640-B13D-36C73B3E558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09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03FA8-A3F3-7640-B13D-36C73B3E558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818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2CB9073-1A97-EF48-93BC-E626B884D7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9249" y="-4352"/>
            <a:ext cx="12201250" cy="6862352"/>
          </a:xfrm>
          <a:custGeom>
            <a:avLst/>
            <a:gdLst>
              <a:gd name="connsiteX0" fmla="*/ 0 w 12201250"/>
              <a:gd name="connsiteY0" fmla="*/ 0 h 6862352"/>
              <a:gd name="connsiteX1" fmla="*/ 11376796 w 12201250"/>
              <a:gd name="connsiteY1" fmla="*/ 0 h 6862352"/>
              <a:gd name="connsiteX2" fmla="*/ 12201249 w 12201250"/>
              <a:gd name="connsiteY2" fmla="*/ 824452 h 6862352"/>
              <a:gd name="connsiteX3" fmla="*/ 12201249 w 12201250"/>
              <a:gd name="connsiteY3" fmla="*/ 0 h 6862352"/>
              <a:gd name="connsiteX4" fmla="*/ 12201250 w 12201250"/>
              <a:gd name="connsiteY4" fmla="*/ 0 h 6862352"/>
              <a:gd name="connsiteX5" fmla="*/ 12201250 w 12201250"/>
              <a:gd name="connsiteY5" fmla="*/ 6862352 h 6862352"/>
              <a:gd name="connsiteX6" fmla="*/ 839512 w 12201250"/>
              <a:gd name="connsiteY6" fmla="*/ 6862352 h 6862352"/>
              <a:gd name="connsiteX7" fmla="*/ 9249 w 12201250"/>
              <a:gd name="connsiteY7" fmla="*/ 6032090 h 6862352"/>
              <a:gd name="connsiteX8" fmla="*/ 9249 w 12201250"/>
              <a:gd name="connsiteY8" fmla="*/ 6862352 h 6862352"/>
              <a:gd name="connsiteX9" fmla="*/ 0 w 12201250"/>
              <a:gd name="connsiteY9" fmla="*/ 6862352 h 6862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250" h="6862352">
                <a:moveTo>
                  <a:pt x="0" y="0"/>
                </a:moveTo>
                <a:lnTo>
                  <a:pt x="11376796" y="0"/>
                </a:lnTo>
                <a:lnTo>
                  <a:pt x="12201249" y="824452"/>
                </a:lnTo>
                <a:lnTo>
                  <a:pt x="12201249" y="0"/>
                </a:lnTo>
                <a:lnTo>
                  <a:pt x="12201250" y="0"/>
                </a:lnTo>
                <a:lnTo>
                  <a:pt x="12201250" y="6862352"/>
                </a:lnTo>
                <a:lnTo>
                  <a:pt x="839512" y="6862352"/>
                </a:lnTo>
                <a:lnTo>
                  <a:pt x="9249" y="6032090"/>
                </a:lnTo>
                <a:lnTo>
                  <a:pt x="9249" y="6862352"/>
                </a:lnTo>
                <a:lnTo>
                  <a:pt x="0" y="6862352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3A7554C-2E3E-454F-9E07-C38195D4CF3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4561873"/>
            <a:ext cx="10515600" cy="703135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1" i="0" cap="all" spc="600" baseline="0">
                <a:solidFill>
                  <a:schemeClr val="bg1"/>
                </a:solidFill>
                <a:latin typeface="MingLiU" panose="02020509000000000000" pitchFamily="49" charset="-120"/>
                <a:ea typeface="MingLiU" panose="02020509000000000000" pitchFamily="49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Subtitle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3ED0903-C4AC-F843-878E-D66CB7BFB0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373294"/>
            <a:ext cx="7709488" cy="1927810"/>
          </a:xfrm>
        </p:spPr>
        <p:txBody>
          <a:bodyPr lIns="91440" rIns="91440">
            <a:noAutofit/>
          </a:bodyPr>
          <a:lstStyle>
            <a:lvl1pPr algn="l">
              <a:defRPr sz="13800" b="1" i="0" spc="150" baseline="0">
                <a:solidFill>
                  <a:schemeClr val="bg1"/>
                </a:solidFill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EF81B901-913B-5741-A4AC-B5819DACFCDF}"/>
              </a:ext>
            </a:extLst>
          </p:cNvPr>
          <p:cNvSpPr/>
          <p:nvPr userDrawn="1"/>
        </p:nvSpPr>
        <p:spPr>
          <a:xfrm>
            <a:off x="0" y="6027738"/>
            <a:ext cx="830263" cy="830262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8FDD99BC-FCD1-D541-9FE6-03E39F2856C6}"/>
              </a:ext>
            </a:extLst>
          </p:cNvPr>
          <p:cNvSpPr/>
          <p:nvPr userDrawn="1"/>
        </p:nvSpPr>
        <p:spPr>
          <a:xfrm rot="10800000">
            <a:off x="11361737" y="-10162"/>
            <a:ext cx="830263" cy="830262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" name="Oval 22">
            <a:extLst>
              <a:ext uri="{FF2B5EF4-FFF2-40B4-BE49-F238E27FC236}">
                <a16:creationId xmlns:a16="http://schemas.microsoft.com/office/drawing/2014/main" id="{CA93CC85-EFC8-994A-9ADB-8DEE2579AAF9}"/>
              </a:ext>
            </a:extLst>
          </p:cNvPr>
          <p:cNvSpPr/>
          <p:nvPr userDrawn="1"/>
        </p:nvSpPr>
        <p:spPr>
          <a:xfrm rot="16200000" flipH="1">
            <a:off x="1668897" y="3522719"/>
            <a:ext cx="208460" cy="1869849"/>
          </a:xfrm>
          <a:prstGeom prst="rect">
            <a:avLst/>
          </a:prstGeom>
          <a:gradFill>
            <a:gsLst>
              <a:gs pos="0">
                <a:schemeClr val="accent1"/>
              </a:gs>
              <a:gs pos="99000">
                <a:schemeClr val="accent1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436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C551932-EED2-CB48-969B-F9308DFE26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12700" y="-4352"/>
            <a:ext cx="12179300" cy="6862352"/>
          </a:xfrm>
          <a:prstGeom prst="rect">
            <a:avLst/>
          </a:prstGeom>
        </p:spPr>
      </p:pic>
      <p:sp>
        <p:nvSpPr>
          <p:cNvPr id="51" name="Title 1">
            <a:extLst>
              <a:ext uri="{FF2B5EF4-FFF2-40B4-BE49-F238E27FC236}">
                <a16:creationId xmlns:a16="http://schemas.microsoft.com/office/drawing/2014/main" id="{ADEF5424-A6E0-A345-9A75-92E71E45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269" y="168721"/>
            <a:ext cx="10523531" cy="583800"/>
          </a:xfr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bg1"/>
                </a:solidFill>
                <a:latin typeface="+mj-lt"/>
                <a:ea typeface="MingLiU" panose="02020509000000000000" pitchFamily="49" charset="-12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D2069D9-A96F-DD4A-B6CB-C29449020E71}"/>
              </a:ext>
            </a:extLst>
          </p:cNvPr>
          <p:cNvGrpSpPr/>
          <p:nvPr userDrawn="1"/>
        </p:nvGrpSpPr>
        <p:grpSpPr>
          <a:xfrm>
            <a:off x="0" y="-10162"/>
            <a:ext cx="12192000" cy="6868162"/>
            <a:chOff x="0" y="-10162"/>
            <a:chExt cx="12192000" cy="6868162"/>
          </a:xfrm>
        </p:grpSpPr>
        <p:sp>
          <p:nvSpPr>
            <p:cNvPr id="53" name="Right Triangle 52">
              <a:extLst>
                <a:ext uri="{FF2B5EF4-FFF2-40B4-BE49-F238E27FC236}">
                  <a16:creationId xmlns:a16="http://schemas.microsoft.com/office/drawing/2014/main" id="{44CFA19C-5DA0-774B-AFF3-36921EACACDD}"/>
                </a:ext>
              </a:extLst>
            </p:cNvPr>
            <p:cNvSpPr/>
            <p:nvPr userDrawn="1"/>
          </p:nvSpPr>
          <p:spPr>
            <a:xfrm>
              <a:off x="0" y="6027738"/>
              <a:ext cx="830263" cy="83026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4" name="Right Triangle 53">
              <a:extLst>
                <a:ext uri="{FF2B5EF4-FFF2-40B4-BE49-F238E27FC236}">
                  <a16:creationId xmlns:a16="http://schemas.microsoft.com/office/drawing/2014/main" id="{D9F82FBA-46B0-A844-AE24-E839A52F2A42}"/>
                </a:ext>
              </a:extLst>
            </p:cNvPr>
            <p:cNvSpPr/>
            <p:nvPr userDrawn="1"/>
          </p:nvSpPr>
          <p:spPr>
            <a:xfrm rot="10800000">
              <a:off x="11361737" y="-10162"/>
              <a:ext cx="830263" cy="83026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39370BE-395F-E946-A985-43E0B2F007A7}"/>
              </a:ext>
            </a:extLst>
          </p:cNvPr>
          <p:cNvCxnSpPr>
            <a:cxnSpLocks/>
          </p:cNvCxnSpPr>
          <p:nvPr userDrawn="1"/>
        </p:nvCxnSpPr>
        <p:spPr>
          <a:xfrm>
            <a:off x="-9250" y="5401053"/>
            <a:ext cx="1395599" cy="1441414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7EC358B-2232-784F-B64F-E210A64AF153}"/>
              </a:ext>
            </a:extLst>
          </p:cNvPr>
          <p:cNvCxnSpPr>
            <a:cxnSpLocks/>
          </p:cNvCxnSpPr>
          <p:nvPr userDrawn="1"/>
        </p:nvCxnSpPr>
        <p:spPr>
          <a:xfrm>
            <a:off x="10801316" y="-26353"/>
            <a:ext cx="1395599" cy="1441414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22">
            <a:extLst>
              <a:ext uri="{FF2B5EF4-FFF2-40B4-BE49-F238E27FC236}">
                <a16:creationId xmlns:a16="http://schemas.microsoft.com/office/drawing/2014/main" id="{5C8304CD-638B-A244-8BB2-5827EFC0BE18}"/>
              </a:ext>
            </a:extLst>
          </p:cNvPr>
          <p:cNvSpPr/>
          <p:nvPr userDrawn="1"/>
        </p:nvSpPr>
        <p:spPr>
          <a:xfrm rot="16200000" flipH="1">
            <a:off x="1668897" y="74594"/>
            <a:ext cx="208460" cy="1869849"/>
          </a:xfrm>
          <a:prstGeom prst="rect">
            <a:avLst/>
          </a:prstGeom>
          <a:gradFill>
            <a:gsLst>
              <a:gs pos="0">
                <a:schemeClr val="accent1"/>
              </a:gs>
              <a:gs pos="99000">
                <a:schemeClr val="accent1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FD9DF-9E1C-4765-BCE6-B273DEE1F5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0263" y="1266825"/>
            <a:ext cx="10531474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242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55188DA-8D2D-EE45-B63B-68389D618B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700" y="-4352"/>
            <a:ext cx="6618160" cy="6862352"/>
          </a:xfrm>
          <a:prstGeom prst="rect">
            <a:avLst/>
          </a:prstGeom>
        </p:spPr>
      </p:pic>
      <p:sp>
        <p:nvSpPr>
          <p:cNvPr id="6" name="Right Triangle 5">
            <a:extLst>
              <a:ext uri="{FF2B5EF4-FFF2-40B4-BE49-F238E27FC236}">
                <a16:creationId xmlns:a16="http://schemas.microsoft.com/office/drawing/2014/main" id="{49DD1090-E08C-414F-B909-F960029978CC}"/>
              </a:ext>
            </a:extLst>
          </p:cNvPr>
          <p:cNvSpPr/>
          <p:nvPr userDrawn="1"/>
        </p:nvSpPr>
        <p:spPr>
          <a:xfrm>
            <a:off x="0" y="6027738"/>
            <a:ext cx="830263" cy="830262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2AACF99-BFF2-EF4D-905B-698BF1366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269" y="168721"/>
            <a:ext cx="4858575" cy="583800"/>
          </a:xfr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bg1"/>
                </a:solidFill>
                <a:latin typeface="+mj-lt"/>
                <a:ea typeface="MingLiU" panose="02020509000000000000" pitchFamily="49" charset="-12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Oval 22">
            <a:extLst>
              <a:ext uri="{FF2B5EF4-FFF2-40B4-BE49-F238E27FC236}">
                <a16:creationId xmlns:a16="http://schemas.microsoft.com/office/drawing/2014/main" id="{E86DEBE5-E80B-624F-85DC-B53B9841EF52}"/>
              </a:ext>
            </a:extLst>
          </p:cNvPr>
          <p:cNvSpPr/>
          <p:nvPr userDrawn="1"/>
        </p:nvSpPr>
        <p:spPr>
          <a:xfrm rot="16200000" flipH="1">
            <a:off x="1668897" y="74594"/>
            <a:ext cx="208460" cy="1869849"/>
          </a:xfrm>
          <a:prstGeom prst="rect">
            <a:avLst/>
          </a:prstGeom>
          <a:gradFill>
            <a:gsLst>
              <a:gs pos="0">
                <a:schemeClr val="accent1"/>
              </a:gs>
              <a:gs pos="99000">
                <a:schemeClr val="accent1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2498330F-989F-C743-B682-3B45105A64F9}"/>
              </a:ext>
            </a:extLst>
          </p:cNvPr>
          <p:cNvSpPr/>
          <p:nvPr userDrawn="1"/>
        </p:nvSpPr>
        <p:spPr>
          <a:xfrm rot="10800000">
            <a:off x="5800596" y="-4352"/>
            <a:ext cx="830263" cy="830262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4BFA0C42-6D2A-FE45-B00F-C3FE723B69B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38925" y="-4352"/>
            <a:ext cx="5553075" cy="6862352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D7A153A-DE47-5845-9FBA-5E84842262CB}"/>
              </a:ext>
            </a:extLst>
          </p:cNvPr>
          <p:cNvCxnSpPr>
            <a:cxnSpLocks/>
          </p:cNvCxnSpPr>
          <p:nvPr userDrawn="1"/>
        </p:nvCxnSpPr>
        <p:spPr>
          <a:xfrm>
            <a:off x="-9250" y="5401053"/>
            <a:ext cx="1395599" cy="1441414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470FEE8-FCFE-D34B-AC0A-D33499171CF5}"/>
              </a:ext>
            </a:extLst>
          </p:cNvPr>
          <p:cNvCxnSpPr>
            <a:cxnSpLocks/>
          </p:cNvCxnSpPr>
          <p:nvPr userDrawn="1"/>
        </p:nvCxnSpPr>
        <p:spPr>
          <a:xfrm>
            <a:off x="5235260" y="-26353"/>
            <a:ext cx="1395599" cy="1441414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E3020-67F3-4319-8D6D-AF959AE449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1B73CA7-3CCD-504D-B97A-835A2330CDB2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332DD3-414D-426E-BB83-A7CE934174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DBA4D0A-04F7-406D-970F-851D89A87A9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831BA38-18F3-0A4D-A45F-13B53FF2DAC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68424A6-569A-4335-9863-0351A5FABE8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0263" y="1266825"/>
            <a:ext cx="4858574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951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96E039-748A-D54A-ACAE-7A9C63FCA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12700" y="-4352"/>
            <a:ext cx="12179300" cy="686235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51E21C1-74BE-0348-B8AE-3174A9AAA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269" y="168721"/>
            <a:ext cx="10523531" cy="583800"/>
          </a:xfr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bg1"/>
                </a:solidFill>
                <a:latin typeface="+mj-lt"/>
                <a:ea typeface="MingLiU" panose="02020509000000000000" pitchFamily="49" charset="-12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4FD6E85-A2E7-B84D-9400-6F8D1C6FF159}"/>
              </a:ext>
            </a:extLst>
          </p:cNvPr>
          <p:cNvGrpSpPr/>
          <p:nvPr userDrawn="1"/>
        </p:nvGrpSpPr>
        <p:grpSpPr>
          <a:xfrm>
            <a:off x="0" y="-10162"/>
            <a:ext cx="12192000" cy="6868162"/>
            <a:chOff x="0" y="-10162"/>
            <a:chExt cx="12192000" cy="6868162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6912A38B-FDC5-1E4F-B0ED-145140947339}"/>
                </a:ext>
              </a:extLst>
            </p:cNvPr>
            <p:cNvSpPr/>
            <p:nvPr userDrawn="1"/>
          </p:nvSpPr>
          <p:spPr>
            <a:xfrm>
              <a:off x="0" y="6027738"/>
              <a:ext cx="830263" cy="83026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B5B0DCFE-7295-8740-9EC5-E9A681F21F94}"/>
                </a:ext>
              </a:extLst>
            </p:cNvPr>
            <p:cNvSpPr/>
            <p:nvPr userDrawn="1"/>
          </p:nvSpPr>
          <p:spPr>
            <a:xfrm rot="10800000">
              <a:off x="11361737" y="-10162"/>
              <a:ext cx="830263" cy="83026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2918AA3-DC2E-CC41-95A6-C5757DE61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618714"/>
            <a:ext cx="4433046" cy="703135"/>
          </a:xfrm>
          <a:noFill/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1800" b="1" i="0" cap="all" spc="150" baseline="0">
                <a:solidFill>
                  <a:schemeClr val="accent1"/>
                </a:solidFill>
                <a:latin typeface="+mj-lt"/>
                <a:ea typeface="MingLiU" panose="02020509000000000000" pitchFamily="49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BF9C69D-A733-884F-BC4B-A4E97A9315C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932749" y="1618714"/>
            <a:ext cx="4433046" cy="703135"/>
          </a:xfrm>
          <a:noFill/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1800" b="1" i="0" cap="all" spc="150" baseline="0">
                <a:solidFill>
                  <a:schemeClr val="accent1"/>
                </a:solidFill>
                <a:latin typeface="+mj-lt"/>
                <a:ea typeface="MingLiU" panose="02020509000000000000" pitchFamily="49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Oval 22">
            <a:extLst>
              <a:ext uri="{FF2B5EF4-FFF2-40B4-BE49-F238E27FC236}">
                <a16:creationId xmlns:a16="http://schemas.microsoft.com/office/drawing/2014/main" id="{2077B7CC-D16D-C84E-AF69-2D082EDC5C8E}"/>
              </a:ext>
            </a:extLst>
          </p:cNvPr>
          <p:cNvSpPr/>
          <p:nvPr userDrawn="1"/>
        </p:nvSpPr>
        <p:spPr>
          <a:xfrm rot="16200000" flipH="1">
            <a:off x="1668897" y="74594"/>
            <a:ext cx="208460" cy="1869849"/>
          </a:xfrm>
          <a:prstGeom prst="rect">
            <a:avLst/>
          </a:prstGeom>
          <a:gradFill>
            <a:gsLst>
              <a:gs pos="0">
                <a:schemeClr val="accent1"/>
              </a:gs>
              <a:gs pos="99000">
                <a:schemeClr val="accent1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A65B340-D917-634F-AE17-87F536B21002}"/>
              </a:ext>
            </a:extLst>
          </p:cNvPr>
          <p:cNvCxnSpPr>
            <a:cxnSpLocks/>
          </p:cNvCxnSpPr>
          <p:nvPr userDrawn="1"/>
        </p:nvCxnSpPr>
        <p:spPr>
          <a:xfrm>
            <a:off x="-9250" y="5401053"/>
            <a:ext cx="1395599" cy="1441414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0EA4411-3DF4-5E42-A781-3F59BBBD00F9}"/>
              </a:ext>
            </a:extLst>
          </p:cNvPr>
          <p:cNvCxnSpPr>
            <a:cxnSpLocks/>
          </p:cNvCxnSpPr>
          <p:nvPr userDrawn="1"/>
        </p:nvCxnSpPr>
        <p:spPr>
          <a:xfrm>
            <a:off x="10801316" y="-26353"/>
            <a:ext cx="1395599" cy="1441414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EFD6CC-AFA8-4227-B3F1-27845AE5BE2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B73CA7-3CCD-504D-B97A-835A2330CDB2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00E12-D3DD-4E44-BAEC-A48DBC4D50B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87F0E-3488-4890-9BD2-AF49A732987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831BA38-18F3-0A4D-A45F-13B53FF2DAC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26D3AA-2705-4636-BFEE-C89371FC519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0263" y="2474913"/>
            <a:ext cx="4434840" cy="3094037"/>
          </a:xfrm>
        </p:spPr>
        <p:txBody>
          <a:bodyPr/>
          <a:lstStyle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F758E678-4B0C-4E7A-94BE-1006B5814E9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932748" y="2474913"/>
            <a:ext cx="4434840" cy="3094037"/>
          </a:xfrm>
        </p:spPr>
        <p:txBody>
          <a:bodyPr/>
          <a:lstStyle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51632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2A19413-A8E7-ED4F-88DE-08A12997A0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-4763"/>
            <a:ext cx="12179300" cy="6862763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2AACF99-BFF2-EF4D-905B-698BF1366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2215" y="2432458"/>
            <a:ext cx="6044503" cy="583800"/>
          </a:xfrm>
        </p:spPr>
        <p:txBody>
          <a:bodyPr lIns="91440" rIns="91440">
            <a:noAutofit/>
          </a:bodyPr>
          <a:lstStyle>
            <a:lvl1pPr>
              <a:defRPr sz="2400" b="1" i="0" spc="150" baseline="0">
                <a:solidFill>
                  <a:schemeClr val="bg1"/>
                </a:solidFill>
                <a:latin typeface="+mj-lt"/>
                <a:ea typeface="MingLiU" panose="02020509000000000000" pitchFamily="49" charset="-12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33BB6-76EF-4E91-AEF1-BE67D60ED86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311775" y="3530600"/>
            <a:ext cx="6044943" cy="282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2012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C4EB4B-30F5-5541-B2A0-6BD04D010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A8E3A-8DBF-0542-BC99-444DCA0CC2C2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D97956-7D4F-5346-B8DD-3653B600E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AB29D-BA7D-E743-8CA0-6953FF72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3002F-D6EA-CF48-8F44-2316036B2B8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A03656-1F6D-D044-B015-1B4DAD3A56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12700" y="-4352"/>
            <a:ext cx="12179300" cy="686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25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D48F80-1562-4C4E-887A-B3EB2024C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45F5A-B343-9140-888A-F4A0F3DAE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65FBC-5324-6640-AB2B-F303AA276F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2875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81B73CA7-3CCD-504D-B97A-835A2330CDB2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050E5-FDBF-7C4A-8BB3-B44C2CEBA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1BFAD-CCAB-D24E-B7A6-4B9D514D0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92875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5831BA38-18F3-0A4D-A45F-13B53FF2DAC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162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11" r:id="rId3"/>
    <p:sldLayoutId id="2147483710" r:id="rId4"/>
    <p:sldLayoutId id="2147483714" r:id="rId5"/>
    <p:sldLayoutId id="214748371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 spc="150" baseline="0">
          <a:solidFill>
            <a:schemeClr val="bg1"/>
          </a:solidFill>
          <a:latin typeface="+mj-lt"/>
          <a:ea typeface="MingLiU" panose="02020509000000000000" pitchFamily="49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500"/>
        </a:spcBef>
        <a:buClr>
          <a:schemeClr val="accent1"/>
        </a:buClr>
        <a:buFont typeface="Arial" panose="020B0604020202020204" pitchFamily="34" charset="0"/>
        <a:buChar char="•"/>
        <a:defRPr sz="1500" kern="1200" spc="150" baseline="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1500"/>
        </a:spcBef>
        <a:buClr>
          <a:schemeClr val="accent1"/>
        </a:buClr>
        <a:buFont typeface="Arial" panose="020B0604020202020204" pitchFamily="34" charset="0"/>
        <a:buChar char="•"/>
        <a:defRPr sz="1500" kern="1200" spc="150" baseline="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1500"/>
        </a:spcBef>
        <a:buClr>
          <a:schemeClr val="accent1"/>
        </a:buClr>
        <a:buFont typeface="Arial" panose="020B0604020202020204" pitchFamily="34" charset="0"/>
        <a:buChar char="•"/>
        <a:defRPr sz="1500" kern="1200" spc="150" baseline="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1500"/>
        </a:spcBef>
        <a:buClr>
          <a:schemeClr val="accent1"/>
        </a:buClr>
        <a:buFont typeface="Arial" panose="020B0604020202020204" pitchFamily="34" charset="0"/>
        <a:buChar char="•"/>
        <a:defRPr sz="1500" kern="1200" spc="150" baseline="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1500"/>
        </a:spcBef>
        <a:buClr>
          <a:schemeClr val="accent1"/>
        </a:buClr>
        <a:buFont typeface="Arial" panose="020B0604020202020204" pitchFamily="34" charset="0"/>
        <a:buChar char="•"/>
        <a:defRPr sz="1500" kern="1200" spc="150" baseline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tiff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8FB64E80-675E-6A4A-AF41-D8DE47B3C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alphaModFix amt="6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9249" y="-4352"/>
            <a:ext cx="12201250" cy="6862352"/>
          </a:xfrm>
        </p:spPr>
      </p:pic>
      <p:pic>
        <p:nvPicPr>
          <p:cNvPr id="13" name="Picture Placeholder 8">
            <a:extLst>
              <a:ext uri="{FF2B5EF4-FFF2-40B4-BE49-F238E27FC236}">
                <a16:creationId xmlns:a16="http://schemas.microsoft.com/office/drawing/2014/main" id="{4D6F1B91-622D-D14D-A2EE-5B2A56BAC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90" y="8153"/>
            <a:ext cx="12201250" cy="6862352"/>
          </a:xfrm>
          <a:custGeom>
            <a:avLst/>
            <a:gdLst>
              <a:gd name="connsiteX0" fmla="*/ 0 w 12201250"/>
              <a:gd name="connsiteY0" fmla="*/ 0 h 6862352"/>
              <a:gd name="connsiteX1" fmla="*/ 11376796 w 12201250"/>
              <a:gd name="connsiteY1" fmla="*/ 0 h 6862352"/>
              <a:gd name="connsiteX2" fmla="*/ 12201249 w 12201250"/>
              <a:gd name="connsiteY2" fmla="*/ 824452 h 6862352"/>
              <a:gd name="connsiteX3" fmla="*/ 12201249 w 12201250"/>
              <a:gd name="connsiteY3" fmla="*/ 0 h 6862352"/>
              <a:gd name="connsiteX4" fmla="*/ 12201250 w 12201250"/>
              <a:gd name="connsiteY4" fmla="*/ 0 h 6862352"/>
              <a:gd name="connsiteX5" fmla="*/ 12201250 w 12201250"/>
              <a:gd name="connsiteY5" fmla="*/ 6862352 h 6862352"/>
              <a:gd name="connsiteX6" fmla="*/ 839512 w 12201250"/>
              <a:gd name="connsiteY6" fmla="*/ 6862352 h 6862352"/>
              <a:gd name="connsiteX7" fmla="*/ 9249 w 12201250"/>
              <a:gd name="connsiteY7" fmla="*/ 6032090 h 6862352"/>
              <a:gd name="connsiteX8" fmla="*/ 9249 w 12201250"/>
              <a:gd name="connsiteY8" fmla="*/ 6862352 h 6862352"/>
              <a:gd name="connsiteX9" fmla="*/ 0 w 12201250"/>
              <a:gd name="connsiteY9" fmla="*/ 6862352 h 6862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250" h="6862352">
                <a:moveTo>
                  <a:pt x="0" y="0"/>
                </a:moveTo>
                <a:lnTo>
                  <a:pt x="11376796" y="0"/>
                </a:lnTo>
                <a:lnTo>
                  <a:pt x="12201249" y="824452"/>
                </a:lnTo>
                <a:lnTo>
                  <a:pt x="12201249" y="0"/>
                </a:lnTo>
                <a:lnTo>
                  <a:pt x="12201250" y="0"/>
                </a:lnTo>
                <a:lnTo>
                  <a:pt x="12201250" y="6862352"/>
                </a:lnTo>
                <a:lnTo>
                  <a:pt x="839512" y="6862352"/>
                </a:lnTo>
                <a:lnTo>
                  <a:pt x="9249" y="6032090"/>
                </a:lnTo>
                <a:lnTo>
                  <a:pt x="9249" y="6862352"/>
                </a:lnTo>
                <a:lnTo>
                  <a:pt x="0" y="6862352"/>
                </a:lnTo>
                <a:close/>
              </a:path>
            </a:pathLst>
          </a:custGeom>
          <a:noFill/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B499F37-632F-694F-948A-C7A79D753D0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ja-JP" dirty="0"/>
              <a:t>Subtitle</a:t>
            </a:r>
            <a:endParaRPr lang="ja-JP" alt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DE2D9A8A-5247-6D44-AA02-758207AE1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C2Q Final Project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9B1A04B-6BC3-D643-85AB-06635BAA9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250" y="5401053"/>
            <a:ext cx="1395599" cy="1441414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3A6FEDB-5D57-B342-8D7B-927F58798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801316" y="-26353"/>
            <a:ext cx="1395599" cy="1441414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22">
            <a:extLst>
              <a:ext uri="{FF2B5EF4-FFF2-40B4-BE49-F238E27FC236}">
                <a16:creationId xmlns:a16="http://schemas.microsoft.com/office/drawing/2014/main" id="{07285DAF-4CC1-E142-B7FA-4D3950873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1668897" y="3522719"/>
            <a:ext cx="208460" cy="1869849"/>
          </a:xfrm>
          <a:prstGeom prst="rect">
            <a:avLst/>
          </a:prstGeom>
          <a:gradFill>
            <a:gsLst>
              <a:gs pos="0">
                <a:schemeClr val="accent1"/>
              </a:gs>
              <a:gs pos="99000">
                <a:schemeClr val="accent1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701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451EBE7-64A3-7E40-8C33-3C01E8EBABD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0263" y="1266516"/>
            <a:ext cx="10532281" cy="4495765"/>
          </a:xfrm>
        </p:spPr>
        <p:txBody>
          <a:bodyPr/>
          <a:lstStyle/>
          <a:p>
            <a:r>
              <a:rPr lang="en-US" dirty="0"/>
              <a:t>Lorem ipsum dolor sit amet, consectetuer adipiscing elit. Maecenas porttitor congue massa. </a:t>
            </a:r>
          </a:p>
          <a:p>
            <a:r>
              <a:rPr lang="en-US" dirty="0"/>
              <a:t>Fusce posuere, magna sed pulvinar ultricies, purus lectus malesuada libero, sit amet commodo magna eros quis urna. Nunc viverra imperdiet enim.</a:t>
            </a:r>
          </a:p>
          <a:p>
            <a:r>
              <a:rPr lang="en-US" dirty="0"/>
              <a:t>Fusce est. Vivamus a tellus. Pellentesque habitant morbi tristique senectus et netus et malesuada fames ac turpis egestas. </a:t>
            </a:r>
          </a:p>
          <a:p>
            <a:r>
              <a:rPr lang="en-US" dirty="0"/>
              <a:t>Proin pharetra nonummy pede.</a:t>
            </a:r>
          </a:p>
          <a:p>
            <a:r>
              <a:rPr lang="en-US" dirty="0"/>
              <a:t>Mauris et orci. Aenean nec lorem. </a:t>
            </a:r>
          </a:p>
          <a:p>
            <a:r>
              <a:rPr lang="en-US" dirty="0"/>
              <a:t>In porttitor. Donec laoreet nonummy augue.</a:t>
            </a:r>
          </a:p>
          <a:p>
            <a:endParaRPr lang="ja-JP" alt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10FB232-4CB4-C34D-A688-C51B6E7CD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269" y="168721"/>
            <a:ext cx="10523531" cy="583800"/>
          </a:xfrm>
        </p:spPr>
        <p:txBody>
          <a:bodyPr>
            <a:normAutofit/>
          </a:bodyPr>
          <a:lstStyle/>
          <a:p>
            <a:r>
              <a:rPr lang="en-US" dirty="0"/>
              <a:t>Title Slide 2</a:t>
            </a:r>
          </a:p>
        </p:txBody>
      </p:sp>
    </p:spTree>
    <p:extLst>
      <p:ext uri="{BB962C8B-B14F-4D97-AF65-F5344CB8AC3E}">
        <p14:creationId xmlns:p14="http://schemas.microsoft.com/office/powerpoint/2010/main" val="2037936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451EBE7-64A3-7E40-8C33-3C01E8EBABD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0263" y="1266516"/>
            <a:ext cx="4862614" cy="4495765"/>
          </a:xfrm>
        </p:spPr>
        <p:txBody>
          <a:bodyPr>
            <a:normAutofit/>
          </a:bodyPr>
          <a:lstStyle/>
          <a:p>
            <a:r>
              <a:rPr lang="en-US" dirty="0"/>
              <a:t>Lorem ipsum dolor sit amet, consectetuer adipiscing elit. </a:t>
            </a:r>
          </a:p>
          <a:p>
            <a:r>
              <a:rPr lang="en-US" dirty="0"/>
              <a:t>Maecenas porttitor congue massa. </a:t>
            </a:r>
          </a:p>
          <a:p>
            <a:r>
              <a:rPr lang="en-US" dirty="0"/>
              <a:t>Fusce est. Vivamus a tellus. </a:t>
            </a:r>
          </a:p>
          <a:p>
            <a:r>
              <a:rPr lang="en-US" dirty="0"/>
              <a:t>Pellentesque habitant morbi tristique senectus et netus et malesuada fames ac turpis egestas. </a:t>
            </a:r>
          </a:p>
          <a:p>
            <a:r>
              <a:rPr lang="en-US" dirty="0"/>
              <a:t>Proin pharetra nonummy pede.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10FB232-4CB4-C34D-A688-C51B6E7CD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Slide 3</a:t>
            </a:r>
          </a:p>
        </p:txBody>
      </p:sp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4030AF8A-8228-F343-BEC1-75F9E0089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8354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25" descr="A picture containing cable, connector, red">
            <a:extLst>
              <a:ext uri="{FF2B5EF4-FFF2-40B4-BE49-F238E27FC236}">
                <a16:creationId xmlns:a16="http://schemas.microsoft.com/office/drawing/2014/main" id="{62BA7BC3-92EE-1A48-9C9C-3DB49A92B73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solidFill>
            <a:schemeClr val="bg1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DE8458-290E-F74E-88EF-CC9B0D626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"/>
          <a:stretch/>
        </p:blipFill>
        <p:spPr>
          <a:xfrm>
            <a:off x="4419600" y="1911927"/>
            <a:ext cx="7772400" cy="4946073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10" name="Right Triangle 9">
            <a:extLst>
              <a:ext uri="{FF2B5EF4-FFF2-40B4-BE49-F238E27FC236}">
                <a16:creationId xmlns:a16="http://schemas.microsoft.com/office/drawing/2014/main" id="{B1537400-0358-1343-B656-C2349896C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04360" y="6070600"/>
            <a:ext cx="848217" cy="7874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" name="Oval 22">
            <a:extLst>
              <a:ext uri="{FF2B5EF4-FFF2-40B4-BE49-F238E27FC236}">
                <a16:creationId xmlns:a16="http://schemas.microsoft.com/office/drawing/2014/main" id="{B41DA7E1-048D-BF4A-8246-F0AB8C788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6150843" y="2338331"/>
            <a:ext cx="208460" cy="1869849"/>
          </a:xfrm>
          <a:prstGeom prst="rect">
            <a:avLst/>
          </a:prstGeom>
          <a:gradFill>
            <a:gsLst>
              <a:gs pos="0">
                <a:schemeClr val="accent1"/>
              </a:gs>
              <a:gs pos="99000">
                <a:schemeClr val="accent1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6C58813B-26BB-8549-A635-0966C79A0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61737" y="1896738"/>
            <a:ext cx="830263" cy="830262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4CC38B3-E784-6745-B78F-8AB1641B6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65264" y="5380271"/>
            <a:ext cx="1395599" cy="1441414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4A75E66-4D82-114E-B2C1-2D90AA8B9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796401" y="1874737"/>
            <a:ext cx="1395599" cy="1441414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451EBE7-64A3-7E40-8C33-3C01E8EBABD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312209" y="3530253"/>
            <a:ext cx="6049528" cy="2826095"/>
          </a:xfrm>
        </p:spPr>
        <p:txBody>
          <a:bodyPr>
            <a:normAutofit/>
          </a:bodyPr>
          <a:lstStyle/>
          <a:p>
            <a:r>
              <a:rPr lang="en-US" dirty="0"/>
              <a:t>Lorem ipsum dolor sit amet, consectetuer adipiscing elit. </a:t>
            </a:r>
          </a:p>
          <a:p>
            <a:r>
              <a:rPr lang="en-US" dirty="0"/>
              <a:t>Maecenas porttitor congue massa. </a:t>
            </a:r>
          </a:p>
          <a:p>
            <a:r>
              <a:rPr lang="en-US" dirty="0"/>
              <a:t>Fusce posuere, magna sed pulvinar ultricies, purus lectus malesuada libero, sit amet commodo magna eros quis urna. </a:t>
            </a:r>
            <a:endParaRPr lang="ja-JP" alt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10FB232-4CB4-C34D-A688-C51B6E7CD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Slide 4</a:t>
            </a:r>
          </a:p>
        </p:txBody>
      </p:sp>
    </p:spTree>
    <p:extLst>
      <p:ext uri="{BB962C8B-B14F-4D97-AF65-F5344CB8AC3E}">
        <p14:creationId xmlns:p14="http://schemas.microsoft.com/office/powerpoint/2010/main" val="9404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627AE97-340B-E245-B9C6-A4E8743E1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Title Slide 5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017211D-9C44-B641-A078-4EA6FEE3BBF9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38201" y="2474615"/>
            <a:ext cx="4585854" cy="3093953"/>
          </a:xfrm>
        </p:spPr>
        <p:txBody>
          <a:bodyPr>
            <a:normAutofit/>
          </a:bodyPr>
          <a:lstStyle/>
          <a:p>
            <a:r>
              <a:rPr lang="en-US" dirty="0"/>
              <a:t>Lorem ipsum dolor sit amet, consectetuer adipiscing elit. </a:t>
            </a:r>
          </a:p>
          <a:p>
            <a:r>
              <a:rPr lang="en-US" dirty="0"/>
              <a:t>Maecenas porttitor congue massa. </a:t>
            </a:r>
          </a:p>
          <a:p>
            <a:r>
              <a:rPr lang="en-US" dirty="0"/>
              <a:t>Fusce posuere, magna sed pulvinar ultricies, purus lectus malesuada libero, sit amet commodo magna eros quis urna.</a:t>
            </a:r>
          </a:p>
          <a:p>
            <a:endParaRPr lang="ja-JP" alt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9ADAFC-DC1D-4249-B968-F885B3594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Subtitle A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78F30852-7324-B342-92E6-181AD0A5705C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932749" y="2474615"/>
            <a:ext cx="4585854" cy="3093953"/>
          </a:xfrm>
        </p:spPr>
        <p:txBody>
          <a:bodyPr/>
          <a:lstStyle/>
          <a:p>
            <a:r>
              <a:rPr lang="en-US" dirty="0"/>
              <a:t>Lorem ipsum dolor sit amet, consectetuer adipiscing elit. </a:t>
            </a:r>
          </a:p>
          <a:p>
            <a:r>
              <a:rPr lang="en-US" dirty="0"/>
              <a:t>Maecenas porttitor congue massa. </a:t>
            </a:r>
          </a:p>
          <a:p>
            <a:r>
              <a:rPr lang="en-US" dirty="0"/>
              <a:t>Fusce posuere, magna sed pulvinar ultricies, purus lectus malesuada libero, sit amet commodo magna eros quis urna.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1ECBBB6-1140-7745-B57A-8FE68E837E23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Subtitle B</a:t>
            </a:r>
          </a:p>
        </p:txBody>
      </p:sp>
    </p:spTree>
    <p:extLst>
      <p:ext uri="{BB962C8B-B14F-4D97-AF65-F5344CB8AC3E}">
        <p14:creationId xmlns:p14="http://schemas.microsoft.com/office/powerpoint/2010/main" val="2076961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B6C32-A61A-4511-A893-C906C3EB8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Slide 6</a:t>
            </a:r>
          </a:p>
        </p:txBody>
      </p:sp>
      <p:graphicFrame>
        <p:nvGraphicFramePr>
          <p:cNvPr id="4" name="Content Placeholder 5" descr="Clustered column chart that shows values for three data series in four categories.">
            <a:extLst>
              <a:ext uri="{FF2B5EF4-FFF2-40B4-BE49-F238E27FC236}">
                <a16:creationId xmlns:a16="http://schemas.microsoft.com/office/drawing/2014/main" id="{4EBBAEB0-64A5-4AAB-BD83-8E1FA8262ABA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699278735"/>
              </p:ext>
            </p:extLst>
          </p:nvPr>
        </p:nvGraphicFramePr>
        <p:xfrm>
          <a:off x="830263" y="1473797"/>
          <a:ext cx="10531475" cy="42888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28365769"/>
      </p:ext>
    </p:extLst>
  </p:cSld>
  <p:clrMapOvr>
    <a:masterClrMapping/>
  </p:clrMapOvr>
</p:sld>
</file>

<file path=ppt/theme/theme1.xml><?xml version="1.0" encoding="utf-8"?>
<a:theme xmlns:a="http://schemas.openxmlformats.org/drawingml/2006/main" name="Bold Tech">
  <a:themeElements>
    <a:clrScheme name="16x9">
      <a:dk1>
        <a:srgbClr val="000000"/>
      </a:dk1>
      <a:lt1>
        <a:srgbClr val="FFFFFF"/>
      </a:lt1>
      <a:dk2>
        <a:srgbClr val="121312"/>
      </a:dk2>
      <a:lt2>
        <a:srgbClr val="FFFFFF"/>
      </a:lt2>
      <a:accent1>
        <a:srgbClr val="EE4036"/>
      </a:accent1>
      <a:accent2>
        <a:srgbClr val="121312"/>
      </a:accent2>
      <a:accent3>
        <a:srgbClr val="A5A5A5"/>
      </a:accent3>
      <a:accent4>
        <a:srgbClr val="252625"/>
      </a:accent4>
      <a:accent5>
        <a:srgbClr val="F1F5F5"/>
      </a:accent5>
      <a:accent6>
        <a:srgbClr val="FAFFFF"/>
      </a:accent6>
      <a:hlink>
        <a:srgbClr val="EE4036"/>
      </a:hlink>
      <a:folHlink>
        <a:srgbClr val="EE4036"/>
      </a:folHlink>
    </a:clrScheme>
    <a:fontScheme name="Custom 44">
      <a:majorFont>
        <a:latin typeface="MingLiU"/>
        <a:ea typeface=""/>
        <a:cs typeface=""/>
      </a:majorFont>
      <a:minorFont>
        <a:latin typeface="Meiryo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26422304-17E9-4530-8D08-4F277CB64269}" vid="{BCE6A17A-B98D-492A-82B2-0A1B358761B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Asian design presentation</Template>
  <TotalTime>40</TotalTime>
  <Words>258</Words>
  <Application>Microsoft Office PowerPoint</Application>
  <PresentationFormat>Widescreen</PresentationFormat>
  <Paragraphs>32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Meiryo UI</vt:lpstr>
      <vt:lpstr>MingLiU</vt:lpstr>
      <vt:lpstr>Arial</vt:lpstr>
      <vt:lpstr>Calibri</vt:lpstr>
      <vt:lpstr>Bold Tech</vt:lpstr>
      <vt:lpstr>C2Q Final Project</vt:lpstr>
      <vt:lpstr>Title Slide 2</vt:lpstr>
      <vt:lpstr>Title Slide 3</vt:lpstr>
      <vt:lpstr>Title Slide 4</vt:lpstr>
      <vt:lpstr>Title Slide 5</vt:lpstr>
      <vt:lpstr>Title 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Landeros</dc:creator>
  <cp:lastModifiedBy>Ricardo Landeros</cp:lastModifiedBy>
  <cp:revision>1</cp:revision>
  <dcterms:created xsi:type="dcterms:W3CDTF">2026-04-17T19:04:05Z</dcterms:created>
  <dcterms:modified xsi:type="dcterms:W3CDTF">2026-04-17T19:44:52Z</dcterms:modified>
</cp:coreProperties>
</file>